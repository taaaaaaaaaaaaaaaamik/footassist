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86EFAC"/>
                </a:solidFill>
              </a:rPr>
              <a:t>FOOTASSIST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400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4200" b="1" dirty="0" noProof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Цифровая платформа для школьного футбола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6060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600" dirty="0" noProof="1">
                <a:solidFill>
                  <a:srgbClr val="E2E8F0"/>
                </a:solidFill>
              </a:rPr>
              <a:t>Приложение объединяет паспорт игрока, рейтинг, прогресс, состав, травмы, турнир, чат, QR-доступ и сценарий будущего AI-видеоанализа.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3703320"/>
            <a:ext cx="1207008" cy="347472"/>
          </a:xfrm>
          <a:prstGeom prst="roundRect">
            <a:avLst>
              <a:gd name="adj" fmla="val 15789"/>
            </a:avLst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13048"/>
            <a:ext cx="1207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React + Vite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3703320"/>
            <a:ext cx="1207008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813048"/>
            <a:ext cx="1207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Android APK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1568" y="37033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B8872F"/>
          </a:solidFill>
          <a:ln w="12700">
            <a:solidFill>
              <a:srgbClr val="B88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381304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QR demo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3712" y="37033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81304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4 роли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09560" y="868680"/>
            <a:ext cx="2971800" cy="5074920"/>
          </a:xfrm>
          <a:prstGeom prst="roundRect">
            <a:avLst>
              <a:gd name="adj" fmla="val 5538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033272"/>
            <a:ext cx="2642616" cy="4745736"/>
          </a:xfrm>
          <a:prstGeom prst="roundRect">
            <a:avLst>
              <a:gd name="adj" fmla="val 44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28016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FootAssist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57032" y="1801368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1911096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Цифровой паспорт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257032" y="2276856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2386584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Рейтинг игрока: 96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257032" y="2752344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2862072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Матч-день: состав готов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257032" y="3227832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5048" y="3337560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Турнир: 6 команд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257032" y="3703320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813048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QR для зрителей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13232" y="623620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 noProof="1">
                <a:solidFill>
                  <a:srgbClr val="CBD5E1"/>
                </a:solidFill>
              </a:rPr>
              <a:t>Башкирская гимназия села Малояз · проект ЮТИ-2026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СУТЬ ПРОЕКТА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FootAssist и какую проблему он решает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000" b="1" dirty="0" noProof="1">
                <a:solidFill>
                  <a:srgbClr val="07111F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480974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30" dirty="0" noProof="1">
                <a:solidFill>
                  <a:srgbClr val="475569"/>
                </a:solidFill>
              </a:rPr>
              <a:t>В школьном футболе статистика часто ведется вручную или не ведется вообще. Игроков оценивают «на глаз», прогресс не фиксируется, тренеру сложно учитывать форму и травмы, а зрителям неудобно смотреть результаты турнира.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49047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000" b="1" dirty="0" noProof="1">
                <a:solidFill>
                  <a:srgbClr val="0F7A37"/>
                </a:solidFill>
              </a:rPr>
              <a:t>Решение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3368" y="1929384"/>
            <a:ext cx="480974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30" dirty="0" noProof="1">
                <a:solidFill>
                  <a:srgbClr val="475569"/>
                </a:solidFill>
              </a:rPr>
              <a:t>FootAssist делает школьный футбол измеримым: каждый игрок получает цифровой паспорт и рекомендации, тренер управляет составом и нагрузкой, организатор ведет турнир, а зрители открывают результаты по QR.</a:t>
            </a:r>
            <a:endParaRPr lang="en-US" sz="14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СТРУКТУРА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Карта приложения: из чего состоит проект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264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361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35608" y="14447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Вход и роли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18836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игрок, тренер, организатор, зритель, жюри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2801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14264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5361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66360" y="14447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Паспорт игрока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18836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личная карточка, рейтинг, статус, фото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55864" y="12801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14264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5361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97112" y="14447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Развитие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57032" y="18836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рекомендации, диаграмма навыков, история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28803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0266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1363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35608" y="30449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Команда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5528" y="34838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заявки, игроки, фильтры, ручное добавление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5112" y="28803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9704" y="30266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31363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66360" y="30449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Матч-день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34838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автосостав, запасные, травмы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55864" y="28803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0456" y="30266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0456" y="31363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897112" y="30449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Турнир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57032" y="34838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таблица, матчи, MVP, экспорт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" y="44805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" y="46268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7365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35608" y="46451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Чат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95528" y="50840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организационная связь тренера и игрока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25112" y="44805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9704" y="46268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9704" y="47365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66360" y="46451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AI-демо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526280" y="50840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сценарий будущего видеоанализа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55864" y="4480560"/>
            <a:ext cx="33375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0456" y="462686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0456" y="47365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897112" y="46451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Тестирование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57032" y="508406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опрос, пилот, метрики, выводы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ПЕРВЫЙ ЭКРАН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Вход, QR и режим жюри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43584"/>
            <a:ext cx="2834640" cy="4846320"/>
          </a:xfrm>
          <a:prstGeom prst="roundRect">
            <a:avLst>
              <a:gd name="adj" fmla="val 5806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408176"/>
            <a:ext cx="2505456" cy="4517136"/>
          </a:xfrm>
          <a:prstGeom prst="roundRect">
            <a:avLst>
              <a:gd name="adj" fmla="val 47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655064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Вход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24712" y="2176272"/>
            <a:ext cx="213969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286000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Войти как игрок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124712" y="2651760"/>
            <a:ext cx="213969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761488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Демо тренера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124712" y="3127248"/>
            <a:ext cx="213969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236976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Демо организатора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124712" y="3602736"/>
            <a:ext cx="213969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712464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Режим зрителя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124712" y="4078224"/>
            <a:ext cx="213969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728" y="4187952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Режим жюри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069080" y="13258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14904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Роли с первого экрана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70248" y="1929384"/>
            <a:ext cx="3026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Пользователь сразу выбирает сценарий: игрок, тренер, организатор, зритель или жюри для быстрой защиты проекта.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4069080" y="3456432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362102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QR-доступ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70248" y="4059936"/>
            <a:ext cx="3026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Приложение открывается по ссылке без установки. Это удобно для зрителей, жюри, родителей и школьного показа.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458200" y="1572768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pic>
        <p:nvPicPr>
          <p:cNvPr id="26" name="Image 0" descr="C:\Users\TamikFutboler\Desktop\FootAssist\competition\footassist_app_qr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8622792" y="1737360"/>
            <a:ext cx="2011680" cy="20116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046720" y="4251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dirty="0" noProof="1">
                <a:solidFill>
                  <a:srgbClr val="0F7A37"/>
                </a:solidFill>
              </a:rPr>
              <a:t>https://taaaaaaaaaaaaaaaamik.github.io/FootAssist/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ИГРОК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Роль игрока: цифровой паспорт и личный прогресс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261872"/>
            <a:ext cx="2971800" cy="4937760"/>
          </a:xfrm>
          <a:prstGeom prst="roundRect">
            <a:avLst>
              <a:gd name="adj" fmla="val 5538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426464"/>
            <a:ext cx="2642616" cy="4608576"/>
          </a:xfrm>
          <a:prstGeom prst="roundRect">
            <a:avLst>
              <a:gd name="adj" fmla="val 44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673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Мой паспорт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0704" y="2194560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04288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Амир Сафин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060704" y="2670048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79776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Позиция: нападающий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060704" y="3145536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55264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Рейтинг: 96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060704" y="3621024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730752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Голы: 4 · Передачи: 2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060704" y="4096512"/>
            <a:ext cx="227685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06240"/>
            <a:ext cx="2020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Скачать отчет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206240" y="1508760"/>
            <a:ext cx="67665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ru-RU" sz="1400" dirty="0" noProof="1">
                <a:solidFill>
                  <a:srgbClr val="475569"/>
                </a:solidFill>
              </a:rPr>
              <a:t>Игрок видит только свои данные и не может редактировать официальную статистику.</a:t>
            </a:r>
            <a:endParaRPr lang="en-US" sz="134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Паспорт показывает команду, позицию, статус готовности, рейтинг и общий уровень.</a:t>
            </a:r>
            <a:endParaRPr lang="en-US" sz="134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Можно скачать красивый HTML-паспорт игрока для тренера, родителей или защиты.</a:t>
            </a:r>
            <a:endParaRPr lang="en-US" sz="134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История матчей помогает видеть динамику, а не только один результат.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4343400" y="489204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5038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96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4471416" y="544068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рейтинг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71416" y="56418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пример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126480" y="489204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5038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6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6254496" y="544068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метрик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56418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игрока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909560" y="489204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37576" y="5038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HTML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037576" y="544068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отчет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37576" y="56418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скачивание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ЛОГИКА ДАННЫХ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Рейтинг и игровые показатели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10835640" cy="960120"/>
          </a:xfrm>
          <a:prstGeom prst="roundRect">
            <a:avLst>
              <a:gd name="adj" fmla="val 7619"/>
            </a:avLst>
          </a:prstGeom>
          <a:solidFill>
            <a:srgbClr val="07111F"/>
          </a:solidFill>
          <a:ln w="12700">
            <a:solidFill>
              <a:srgbClr val="07111F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6304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86EFAC"/>
                </a:solidFill>
              </a:rPr>
              <a:t>Формула рейтинга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1901952"/>
            <a:ext cx="10433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FFFFFF"/>
                </a:solidFill>
              </a:rPr>
              <a:t>Голы × 10 + передачи × 7 + отборы × 4 + точные пасы × 2 − ошибки × 3. Для вратаря дополнительно учитываются сейвы и пропущенные мячи.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1323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+10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4124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Голы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+7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71576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Передачи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6227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+4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9028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Отборы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3679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+2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46480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Точные пасы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1131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−3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33932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Ошибки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85832" y="2743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848" y="28895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+3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213848" y="329184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Сейвы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4590288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4754880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Зачем нужен рейтинг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15568" y="5193792"/>
            <a:ext cx="4489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Он делает вклад игрока понятным и мотивирует развиваться по конкретным показателям.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355080" y="4590288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4754880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Защита от накрутки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56248" y="5193792"/>
            <a:ext cx="4489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Официальные данные подтверждает тренер или организатор, а не сам игрок.</a:t>
            </a:r>
            <a:endParaRPr lang="en-US" sz="1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РАЗВИТИЕ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Развитие игрока: рекомендации, навыки, расписание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35608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Рекомендации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266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Система анализирует позицию, рейтинг, ошибки, физическую готовность и игровую статистику. Игрок получает простую подсказку: что улучшить и как тренироваться.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Диаграмма навыков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0288" y="1929384"/>
            <a:ext cx="30266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Профиль игрока строится по шести качествам: скорость, удар, пас, отбор, техника и физика. Это помогает увидеть сильные стороны и зоны роста.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183880" y="132588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25128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Расписание и история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85048" y="1929384"/>
            <a:ext cx="30266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Игрок видит тренировки, ближайшие события, историю матчей и график прогресса за последние игры.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ТРЕНЕР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Роль тренера: команда, заявки и статистика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261872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426464"/>
            <a:ext cx="2551176" cy="4562856"/>
          </a:xfrm>
          <a:prstGeom prst="roundRect">
            <a:avLst>
              <a:gd name="adj" fmla="val 46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67335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Тренер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0704" y="2194560"/>
            <a:ext cx="218541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04288"/>
            <a:ext cx="1929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Игроки команды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060704" y="2670048"/>
            <a:ext cx="218541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79776"/>
            <a:ext cx="1929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+ Игрок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060704" y="3145536"/>
            <a:ext cx="218541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55264"/>
            <a:ext cx="1929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Фильтр по позиции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060704" y="3621024"/>
            <a:ext cx="218541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730752"/>
            <a:ext cx="1929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Заявки игроков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060704" y="4096512"/>
            <a:ext cx="218541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06240"/>
            <a:ext cx="1929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Редактировать статистику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160520" y="1508760"/>
            <a:ext cx="69037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ru-RU" sz="1400" dirty="0" noProof="1">
                <a:solidFill>
                  <a:srgbClr val="475569"/>
                </a:solidFill>
              </a:rPr>
              <a:t>Тренер видит список игроков, статусы готовности и рейтинг.</a:t>
            </a:r>
            <a:endParaRPr lang="en-US" sz="135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Может принять или отклонить заявку игрока по коду команды.</a:t>
            </a:r>
            <a:endParaRPr lang="en-US" sz="135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Может добавить игрока вручную и загрузить фото.</a:t>
            </a:r>
            <a:endParaRPr lang="en-US" sz="135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После матча тренер обновляет показатели: голы, передачи, отборы, пасы, ошибки.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15968" y="5175504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5340096"/>
            <a:ext cx="599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Главный смысл роли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17136" y="5779008"/>
            <a:ext cx="5998464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Тренер принимает решения по данным, а не только по впечатлению.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ТРЕНЕРСКИЙ 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Матч-день: состав, травмы и игровая готовность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35608" y="1490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Автосостав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298094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Приложение предлагает стартовый состав с учетом позиции, рейтинга и статуса готовности. Игрок с травмой не попадает в старт.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407408" y="132588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48656" y="1490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Контроль травм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1929384"/>
            <a:ext cx="298094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У каждого игрока есть статус: готов, травма, восстановление, под вопросом. Тренер видит комментарий и срок восстановления.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211312" y="132588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52560" y="14904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Запасные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1929384"/>
            <a:ext cx="298094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Система показывает не только старт, но и запасных, чтобы тренер быстрее планировал замены и нагрузку.</a:t>
            </a:r>
            <a:endParaRPr lang="en-US" sz="12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ОРГАНИЗАТОР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Роль организатора и турнирный модуль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900" b="1" dirty="0" noProof="1">
                <a:solidFill>
                  <a:srgbClr val="07111F"/>
                </a:solidFill>
              </a:rPr>
              <a:t>Организатор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48554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Принимает заявки команд, видит заявки игроков, управляет таблицей турнира и демонстрирует официальный сценарий подтверждения данных.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234440"/>
            <a:ext cx="3611880" cy="4663440"/>
          </a:xfrm>
          <a:prstGeom prst="roundRect">
            <a:avLst>
              <a:gd name="adj" fmla="val 4557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399032"/>
            <a:ext cx="3282696" cy="4334256"/>
          </a:xfrm>
          <a:prstGeom prst="roundRect">
            <a:avLst>
              <a:gd name="adj" fmla="val 3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164592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Турнир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85432" y="2167128"/>
            <a:ext cx="291693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2276856"/>
            <a:ext cx="26609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9А Малояз — 10 очков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885432" y="2642616"/>
            <a:ext cx="291693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2752344"/>
            <a:ext cx="26609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9Б Малояз — 9 очков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885432" y="3118104"/>
            <a:ext cx="291693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3227832"/>
            <a:ext cx="26609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8А Малояз — 7 очков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85432" y="3593592"/>
            <a:ext cx="291693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3448" y="3703320"/>
            <a:ext cx="26609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Матчи и MVP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885432" y="4069080"/>
            <a:ext cx="2916936" cy="347472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4178808"/>
            <a:ext cx="26609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Скачать таблицу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0469880" y="150876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97896" y="165506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6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10597896" y="205740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команд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69880" y="278892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97896" y="293522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0597896" y="333756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матчей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469880" y="406908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97896" y="421538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MVP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0597896" y="461772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игрок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ЗРИТЕЛЬ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Зритель, QR и публичный показ турнира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886200" cy="443484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Роль зрителя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34838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Зритель не редактирует данные. Он смотрит таблицу турнира, матчи, MVP и рейтинг игроков. Это удобно для родителей, учеников и жюри.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5074920" y="14173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pic>
        <p:nvPicPr>
          <p:cNvPr id="10" name="Image 0" descr="C:\Users\TamikFutboler\Desktop\FootAssist\competition\footassist_app_qr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5239512" y="1581912"/>
            <a:ext cx="2011680" cy="2011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01000" y="132588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02168" y="149047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Почему QR важен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02168" y="1929384"/>
            <a:ext cx="298094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Проект можно открыть на телефоне без установки. Это делает демонстрацию проще: отсканировал код — сразу увидел турнир и приложение.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4526280" y="40233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dirty="0" noProof="1">
                <a:solidFill>
                  <a:srgbClr val="0F7A37"/>
                </a:solidFill>
              </a:rPr>
              <a:t>https://taaaaaaaaaaaaaaaamik.github.io/FootAssist/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AI-МОДУЛЬ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Video Analysis: честная перспектива, а не обещание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EF3C7"/>
          </a:solidFill>
          <a:ln w="1270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35608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92400E"/>
                </a:solidFill>
              </a:rPr>
              <a:t>Сейчас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78350F"/>
                </a:solidFill>
              </a:rPr>
              <a:t>В текущей версии это демонстрационный сценарий. Реального автоматического распознавания видео пока нет.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4407408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48656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Как задумано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Организатор загружает видео матча, система формирует предварительный отчет, затем человек проверяет спорные моменты.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211312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472184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15819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b="1" dirty="0" noProof="1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52560" y="14904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Почему так правильно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В рейтинг должны попадать только подтвержденные данные. Это повышает доверие к системе и не вводит жюри в заблуждение.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ПИЛОТ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Тестирование, исследование и доказательство пользы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План пилота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32552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Показать приложение 15-30 ученикам, 2-3 тренерам и нескольким родителям. Проверить понятность рейтинга, пользу паспорта, удобство QR и доверие к статистике.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60934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24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791456" y="2011680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ответа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91456" y="2212848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цель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60934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5 мин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528816" y="2011680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демо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28816" y="2212848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на человека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60934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66176" y="2011680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роли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66176" y="2212848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проверить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875520" y="146304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160934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300" b="1" dirty="0" noProof="1">
                <a:solidFill>
                  <a:srgbClr val="0F7A37"/>
                </a:solidFill>
              </a:rPr>
              <a:t>1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0003536" y="2011680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475569"/>
                </a:solidFill>
              </a:rPr>
              <a:t>вывод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03536" y="2212848"/>
            <a:ext cx="1252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главный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6720840" cy="2697480"/>
          </a:xfrm>
          <a:prstGeom prst="roundRect">
            <a:avLst>
              <a:gd name="adj" fmla="val 2712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36392"/>
            <a:ext cx="6318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Что добавить после опроса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64608" y="3575304"/>
            <a:ext cx="6318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В приложение уже добавлен раздел тестирования. После реального опроса нужно заменить демо-проценты на фактические результаты, добавить 3-5 отзывов и показать, какая функция оказалась самой полезной.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ТЕХНОЛОГИИ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Техническая реализация и готовность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Стек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React 19</a:t>
            </a:r>
            <a:endParaRPr lang="en-US" sz="1500" dirty="0"/>
          </a:p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Vite</a:t>
            </a:r>
            <a:endParaRPr lang="en-US" sz="1500" dirty="0"/>
          </a:p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Capacitor Android</a:t>
            </a:r>
            <a:endParaRPr lang="en-US" sz="1500" dirty="0"/>
          </a:p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QRCode</a:t>
            </a:r>
            <a:endParaRPr lang="en-US" sz="1500" dirty="0"/>
          </a:p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LocalStorage</a:t>
            </a:r>
            <a:endParaRPr lang="en-US" sz="1500" dirty="0"/>
          </a:p>
          <a:p>
            <a:pPr indent="0" marL="0">
              <a:buNone/>
            </a:pPr>
            <a:r>
              <a:rPr lang="ru-RU" sz="1500" dirty="0" noProof="1">
                <a:solidFill>
                  <a:srgbClr val="475569"/>
                </a:solidFill>
              </a:rPr>
              <a:t>HTML/CSS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7408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DC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7111F"/>
                </a:solidFill>
              </a:rPr>
              <a:t>Что уже собрано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Веб-приложение, production build в docs, Android debug APK, QR-код, README, режим жюри, раздел тестирования и HTML-отчет игрока.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211312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BBF7D0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4904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1500" b="1" dirty="0" noProof="1">
                <a:solidFill>
                  <a:srgbClr val="0F7A37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1929384"/>
            <a:ext cx="302666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npm run lint — проходит</a:t>
            </a:r>
            <a:endParaRPr lang="en-US" sz="1300" dirty="0"/>
          </a:p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npm run build — проходит</a:t>
            </a:r>
            <a:endParaRPr lang="en-US" sz="1300" dirty="0"/>
          </a:p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cap sync android — выполнен</a:t>
            </a:r>
            <a:endParaRPr lang="en-US" sz="1300" dirty="0"/>
          </a:p>
          <a:p>
            <a:pPr indent="0" marL="0">
              <a:buNone/>
            </a:pPr>
            <a:r>
              <a:rPr lang="ru-RU" sz="1400" dirty="0" noProof="1">
                <a:solidFill>
                  <a:srgbClr val="475569"/>
                </a:solidFill>
              </a:rPr>
              <a:t>assembleDebug — APK собран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 noProof="1">
                <a:solidFill>
                  <a:srgbClr val="0F7A37"/>
                </a:solidFill>
              </a:rPr>
              <a:t>ВЫВОД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700" b="1" dirty="0" noProof="1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Итог: почему проект важен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01000" y="64739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400" dirty="0" noProof="1">
                <a:solidFill>
                  <a:srgbClr val="64748B"/>
                </a:solidFill>
              </a:rPr>
              <a:t>FootAssist · приложение для школьного футбола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sz="2800" b="1" dirty="0" noProof="1">
                <a:solidFill>
                  <a:srgbClr val="07111F"/>
                </a:solidFill>
              </a:rPr>
              <a:t>FootAssist — это не просто приложение про футбол, а цифровая среда для школьного спортивного развития.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71323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ru-RU" sz="1400" dirty="0" noProof="1">
                <a:solidFill>
                  <a:srgbClr val="475569"/>
                </a:solidFill>
              </a:rPr>
              <a:t>Игрок получает понятный прогресс и мотивацию.</a:t>
            </a:r>
            <a:endParaRPr lang="en-US" sz="140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Тренер видит данные, состав, травмы и рекомендации.</a:t>
            </a:r>
            <a:endParaRPr lang="en-US" sz="140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Организатор ведет турнир прозрачнее.</a:t>
            </a:r>
            <a:endParaRPr lang="en-US" sz="140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Зрители открывают результаты по QR.</a:t>
            </a:r>
            <a:endParaRPr lang="en-US" sz="1400" dirty="0"/>
          </a:p>
          <a:p>
            <a:r>
              <a:rPr lang="ru-RU" sz="1400" dirty="0" noProof="1">
                <a:solidFill>
                  <a:srgbClr val="475569"/>
                </a:solidFill>
              </a:rPr>
              <a:t>Проект уже имеет рабочий веб-прототип и Android APK.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22208" y="1353312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pic>
        <p:nvPicPr>
          <p:cNvPr id="9" name="Image 0" descr="C:\Users\TamikFutboler\Desktop\FootAssist\competition\footassist_app_qr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8686800" y="1517904"/>
            <a:ext cx="201168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380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600" b="1" dirty="0" noProof="1">
                <a:solidFill>
                  <a:srgbClr val="0F7A37"/>
                </a:solidFill>
              </a:rPr>
              <a:t>Каждый матч виден. Каждый игрок растет.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26680" y="4709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sz="1400" dirty="0" noProof="1">
                <a:solidFill>
                  <a:srgbClr val="0F7A37"/>
                </a:solidFill>
              </a:rPr>
              <a:t>https://taaaaaaaaaaaaaaaamik.github.io/FootAssist/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16A34A"/>
      </a:accent2>
      <a:accent3>
        <a:srgbClr val="F59E0B"/>
      </a:accent3>
      <a:accent4>
        <a:srgbClr val="06B6D4"/>
      </a:accent4>
      <a:accent5>
        <a:srgbClr val="8B5CF6"/>
      </a:accent5>
      <a:accent6>
        <a:srgbClr val="EF4444"/>
      </a:accent6>
      <a:hlink>
        <a:srgbClr val="2563EB"/>
      </a:hlink>
      <a:folHlink>
        <a:srgbClr val="1D4ED8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Башкирская гимназия села Малояз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FootAssist — цифровая платформа для школьного футбола</dc:title>
  <dc:subject>Презентация приложения FootAssist</dc:subject>
  <dc:creator>FootAssist</dc:creator>
  <cp:lastModifiedBy>FootAssist</cp:lastModifiedBy>
  <cp:revision>1</cp:revision>
  <dcterms:created xsi:type="dcterms:W3CDTF">2026-05-20T13:49:14Z</dcterms:created>
  <dcterms:modified xsi:type="dcterms:W3CDTF">2026-05-20T13:49:14Z</dcterms:modified>
</cp:coreProperties>
</file>